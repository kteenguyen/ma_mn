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Funtastic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308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120000" cy="21384000"/>
          </a:xfrm>
          <a:custGeom>
            <a:avLst/>
            <a:gdLst/>
            <a:ahLst/>
            <a:cxnLst/>
            <a:rect l="l" t="t" r="r" b="b"/>
            <a:pathLst>
              <a:path w="15120000" h="21384000">
                <a:moveTo>
                  <a:pt x="0" y="0"/>
                </a:moveTo>
                <a:lnTo>
                  <a:pt x="15120000" y="0"/>
                </a:lnTo>
                <a:lnTo>
                  <a:pt x="15120000" y="21384000"/>
                </a:lnTo>
                <a:lnTo>
                  <a:pt x="0" y="2138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7" b="-4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0" y="3743325"/>
            <a:ext cx="7277100" cy="10153650"/>
          </a:xfrm>
          <a:custGeom>
            <a:avLst/>
            <a:gdLst/>
            <a:ahLst/>
            <a:cxnLst/>
            <a:rect l="l" t="t" r="r" b="b"/>
            <a:pathLst>
              <a:path w="7277100" h="10153650">
                <a:moveTo>
                  <a:pt x="0" y="0"/>
                </a:moveTo>
                <a:lnTo>
                  <a:pt x="7277100" y="0"/>
                </a:lnTo>
                <a:lnTo>
                  <a:pt x="727710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7562850" y="3743325"/>
            <a:ext cx="7562850" cy="10153650"/>
          </a:xfrm>
          <a:custGeom>
            <a:avLst/>
            <a:gdLst/>
            <a:ahLst/>
            <a:cxnLst/>
            <a:rect l="l" t="t" r="r" b="b"/>
            <a:pathLst>
              <a:path w="7562850" h="10153650">
                <a:moveTo>
                  <a:pt x="0" y="0"/>
                </a:moveTo>
                <a:lnTo>
                  <a:pt x="7562850" y="0"/>
                </a:lnTo>
                <a:lnTo>
                  <a:pt x="7562850" y="10153650"/>
                </a:lnTo>
                <a:lnTo>
                  <a:pt x="0" y="10153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0" y="11496675"/>
            <a:ext cx="7277100" cy="9886950"/>
          </a:xfrm>
          <a:custGeom>
            <a:avLst/>
            <a:gdLst/>
            <a:ahLst/>
            <a:cxnLst/>
            <a:rect l="l" t="t" r="r" b="b"/>
            <a:pathLst>
              <a:path w="7277100" h="9886950">
                <a:moveTo>
                  <a:pt x="0" y="0"/>
                </a:moveTo>
                <a:lnTo>
                  <a:pt x="7277100" y="0"/>
                </a:lnTo>
                <a:lnTo>
                  <a:pt x="7277100" y="9886950"/>
                </a:lnTo>
                <a:lnTo>
                  <a:pt x="0" y="9886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7562850" y="11496675"/>
            <a:ext cx="7562850" cy="9886950"/>
          </a:xfrm>
          <a:custGeom>
            <a:avLst/>
            <a:gdLst/>
            <a:ahLst/>
            <a:cxnLst/>
            <a:rect l="l" t="t" r="r" b="b"/>
            <a:pathLst>
              <a:path w="7562850" h="9886950">
                <a:moveTo>
                  <a:pt x="0" y="0"/>
                </a:moveTo>
                <a:lnTo>
                  <a:pt x="7562850" y="0"/>
                </a:lnTo>
                <a:lnTo>
                  <a:pt x="7562850" y="9886950"/>
                </a:lnTo>
                <a:lnTo>
                  <a:pt x="0" y="9886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6972300" y="9353550"/>
            <a:ext cx="885825" cy="800100"/>
          </a:xfrm>
          <a:custGeom>
            <a:avLst/>
            <a:gdLst/>
            <a:ahLst/>
            <a:cxnLst/>
            <a:rect l="l" t="t" r="r" b="b"/>
            <a:pathLst>
              <a:path w="885825" h="800100">
                <a:moveTo>
                  <a:pt x="0" y="0"/>
                </a:moveTo>
                <a:lnTo>
                  <a:pt x="885825" y="0"/>
                </a:lnTo>
                <a:lnTo>
                  <a:pt x="885825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>
            <a:off x="11901250" y="702545"/>
            <a:ext cx="1340970" cy="739227"/>
          </a:xfrm>
          <a:custGeom>
            <a:avLst/>
            <a:gdLst/>
            <a:ahLst/>
            <a:cxnLst/>
            <a:rect l="l" t="t" r="r" b="b"/>
            <a:pathLst>
              <a:path w="1340970" h="739227">
                <a:moveTo>
                  <a:pt x="0" y="0"/>
                </a:moveTo>
                <a:lnTo>
                  <a:pt x="1340970" y="0"/>
                </a:lnTo>
                <a:lnTo>
                  <a:pt x="1340970" y="739227"/>
                </a:lnTo>
                <a:lnTo>
                  <a:pt x="0" y="739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12571735" y="401509"/>
            <a:ext cx="2842927" cy="1341298"/>
          </a:xfrm>
          <a:custGeom>
            <a:avLst/>
            <a:gdLst/>
            <a:ahLst/>
            <a:cxnLst/>
            <a:rect l="l" t="t" r="r" b="b"/>
            <a:pathLst>
              <a:path w="2842927" h="1341298">
                <a:moveTo>
                  <a:pt x="0" y="0"/>
                </a:moveTo>
                <a:lnTo>
                  <a:pt x="2842927" y="0"/>
                </a:lnTo>
                <a:lnTo>
                  <a:pt x="2842927" y="1341298"/>
                </a:lnTo>
                <a:lnTo>
                  <a:pt x="0" y="1341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7406926" y="9417958"/>
            <a:ext cx="604647" cy="56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>
                <a:solidFill>
                  <a:srgbClr val="E94430"/>
                </a:solidFill>
                <a:latin typeface="Funtastic"/>
                <a:ea typeface="Funtastic"/>
                <a:cs typeface="Funtastic"/>
                <a:sym typeface="Funtastic"/>
              </a:rPr>
              <a:t>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4E345-2E7F-581D-7D1C-FD11A1CA9DA2}"/>
              </a:ext>
            </a:extLst>
          </p:cNvPr>
          <p:cNvSpPr txBox="1"/>
          <p:nvPr/>
        </p:nvSpPr>
        <p:spPr>
          <a:xfrm>
            <a:off x="3910927" y="19652370"/>
            <a:ext cx="784995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bg1"/>
                </a:solidFill>
                <a:latin typeface="SVN-Gilroy" panose="00000500000000000000"/>
              </a:rPr>
              <a:t>KHOA CÔNG NGHỆ THÔNG TIN </a:t>
            </a:r>
          </a:p>
          <a:p>
            <a:pPr algn="ctr"/>
            <a:r>
              <a:rPr lang="en-US" sz="3400" b="1" dirty="0">
                <a:solidFill>
                  <a:schemeClr val="bg1"/>
                </a:solidFill>
                <a:latin typeface="SVN-Gilroy" panose="00000500000000000000"/>
              </a:rPr>
              <a:t>TRƯỜNG ĐẠI HỌC TÔN ĐỨC THẮNG</a:t>
            </a:r>
            <a:endParaRPr lang="vi-VN" sz="3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Funtastic</vt:lpstr>
      <vt:lpstr>SVN-Gilroy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Nguyễn Khoa Tài</cp:lastModifiedBy>
  <cp:revision>2</cp:revision>
  <dcterms:created xsi:type="dcterms:W3CDTF">2006-08-16T00:00:00Z</dcterms:created>
  <dcterms:modified xsi:type="dcterms:W3CDTF">2026-05-12T06:19:24Z</dcterms:modified>
  <dc:identifier>DAHJaysqitQ</dc:identifier>
</cp:coreProperties>
</file>